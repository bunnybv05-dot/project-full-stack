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Artificial Intelligence and Data Science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 SYNCHRONIZATION ENGINE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8173930" cy="122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 BHAVESH – VTU25028– </a:t>
            </a:r>
            <a:r>
              <a:rPr lang="en-US" sz="22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Reg.No</a:t>
            </a:r>
            <a:r>
              <a:rPr lang="en-US" sz="2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23UEAD0010</a:t>
            </a:r>
            <a:endParaRPr lang="en-IN" sz="2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5056965" cy="173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2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Dr.K.Seethalakshmi</a:t>
            </a:r>
            <a:r>
              <a:rPr lang="en-IN" sz="2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22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M.E,Ph.D.,Associate</a:t>
            </a:r>
            <a:r>
              <a:rPr lang="en-IN" sz="2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Professor.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12417" y="2207644"/>
            <a:ext cx="15082325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digital world, teams often need to work together on documents from different locations at the same time.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document editors like Notepad or MS Word do not support real-time multi-user collaboration — users must manually share and merge files.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problems like version conflicts, duplicate work, and communication delays between team members.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 Engine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web-based collaborative document editing system designed to solve these problems.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multiple users to create, edit, and view documents simultaneously, with all changes reflected instantly on every screen.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technology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SockJS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STOMP) to maintain a live two-way connection between the browser and the server.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built using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Spring Boot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the backend and plain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the frontend, with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data storage.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highly relevant in the real world, as tools like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Docs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used daily by millions of people for the same purpose.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103529"/>
            <a:ext cx="15082325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document editing tools are designed for individual use and do not support real-time collaboration between multiple users.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teams work on shared documents, they face issues like editing the same file at different times, leading to version mismatch and data loss.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file-sharing methods such as email attachments and USB drives are slow, outdated, and error-prone.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instant notification when a teammate makes a change, causing confusion and duplication of effort.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collaboration tools like Google Docs are feature-heavy and complex — there is a need for a simpler, lightweight alternative.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document editors do not sync data across devices, making remote and distributed teamwork difficult.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centralized system, document history and version tracking are lost, making it hard to recover data.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web-based document synchronization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allows multiple users to collaborate instantly, securely, and efficiently from any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54166" y="2027462"/>
            <a:ext cx="15082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real-time collaborative document editing system that allows multiple users to create, edit, and sync documents simultaneously using WebSocket technology.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secure, browser-based platform with JWT authentication, instant data synchronization, and a rich set of editing features including export, dark mode, templates, and version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52394" y="2022675"/>
            <a:ext cx="1508232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Real-Time Sync Engine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a collaborative document editor accessible from any browser without installation.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WebSocket protocol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SockJS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STOMP) to maintain a live, two-way connection between users and the server, enabling instant synchronization of all edits.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ensures that only registered and verified users can access, create, or edit documents securely.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documents are stored in a MySQL database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via Spring Boot JPA, ensuring data is saved permanently and can be retrieved anytime.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solves version conflict issues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by broadcasting every change in real time, so all users always see the latest version of the document.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a rich editing interface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including templates, export options (TXT, HTML, MD), dark mode, find &amp; replace, word goal tracker, and local backup.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editors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system requires no file sharing, no manual merging, and works seamlessly for remote and distributed teams.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lightweight and open-source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built using free technologies (Java, Spring Boot, MySQL, HTML/CSS/JS), making it easy to deploy and extend further.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FD9BFC4-54AC-968A-67CD-ED84FA06E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546" y="1899910"/>
            <a:ext cx="6088908" cy="354839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09C0261-841E-BA66-36D9-40BF41E5482C}"/>
              </a:ext>
            </a:extLst>
          </p:cNvPr>
          <p:cNvSpPr txBox="1"/>
          <p:nvPr/>
        </p:nvSpPr>
        <p:spPr>
          <a:xfrm>
            <a:off x="3391469" y="5646285"/>
            <a:ext cx="11505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enters login credentials (username, email, password).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backend receives the input via REST API or WebSocket.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 stores all user accounts, documents, and document operations.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updated document content is displayed instantly on all connected browsers.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3E7BF-8C85-4D71-9EAA-18E073817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638300"/>
            <a:ext cx="9677399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27934" y="1999573"/>
            <a:ext cx="1508232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HTML5, CSS3, JavaScript (Vanilla),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SockJS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STOMP.js.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Java, Spring Boot, Spring Security, Spring WebSocket, JWT (JSON Web Token), Maven.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MySQL, Spring Data JPA, Hibernate.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IntelliJ IDEA / VS Code, MySQL Workbench, Git, Apache Maven, Postman.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Minimum 4GB RAM, Intel Core i3 or above, Internet connection.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🖥️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JDK 17+, MySQL 8+, Any modern web browser (Chrome, Firefox, Edge), Windows / Linux / macOS.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6162" y="2111132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Handles user registration and login using JWT tokens. New users are automatically registered on first login, and returning users are securely authenticated.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Document Management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users to create, rename, load, and delete documents. All documents are saved to the MySQL database and listed in the sidebar.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Synchronization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WebSocket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SockJS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STOMP) to broadcast live document edits to all connected users instantly, ensuring everyone always sees the latest content.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Editor &amp; Toolbar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rich text editing interface with features like find &amp; replace, font size control, templates, case converter, word wrap, date insertion, and word goal tracker.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Dashboard &amp;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Displays live statistics including total documents, total edits made, and word count of the current document via the stats panel at the bottom of the sidebar.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938925" y="1724522"/>
            <a:ext cx="1508232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A8ABC-07A8-E28C-A7FB-9B320D729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311" y="2254251"/>
            <a:ext cx="9213378" cy="4919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ABE5C2-2AE5-665E-2716-FFEE75E8B224}"/>
              </a:ext>
            </a:extLst>
          </p:cNvPr>
          <p:cNvSpPr txBox="1"/>
          <p:nvPr/>
        </p:nvSpPr>
        <p:spPr>
          <a:xfrm>
            <a:off x="2679971" y="7332166"/>
            <a:ext cx="14214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home/login page where users enter their username, email, and password. New accounts are created automatically on first login using JWT authentication.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2E6D8-9243-71DF-AC51-F87EA238B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375" y="2115211"/>
            <a:ext cx="9281964" cy="5314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29347-E2D8-C2A8-A49A-2C920055F941}"/>
              </a:ext>
            </a:extLst>
          </p:cNvPr>
          <p:cNvSpPr txBox="1"/>
          <p:nvPr/>
        </p:nvSpPr>
        <p:spPr>
          <a:xfrm>
            <a:off x="3109352" y="1695376"/>
            <a:ext cx="142147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Module: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193124-1408-7E48-4D06-B2EAD5B5351B}"/>
              </a:ext>
            </a:extLst>
          </p:cNvPr>
          <p:cNvSpPr txBox="1"/>
          <p:nvPr/>
        </p:nvSpPr>
        <p:spPr>
          <a:xfrm>
            <a:off x="3095497" y="7760846"/>
            <a:ext cx="14214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After login, the dashboard shows the document sidebar, search bar, New Document button, and live stats panel (documents, edits, word count).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3119072" y="1765174"/>
            <a:ext cx="1508232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Output Page: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50908-43A5-46B4-34AB-8B1BE1863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031" y="2200174"/>
            <a:ext cx="9243861" cy="5427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F89139-EC5D-36ED-5314-E47EB1818E2B}"/>
              </a:ext>
            </a:extLst>
          </p:cNvPr>
          <p:cNvSpPr txBox="1"/>
          <p:nvPr/>
        </p:nvSpPr>
        <p:spPr>
          <a:xfrm>
            <a:off x="3119072" y="7842194"/>
            <a:ext cx="14214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main editor shows a live document with full toolbar (Rename, Find, Export, Print, Templates, etc.). Status bar confirms "Connected" and "Saved" in real time.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71046-7990-E959-85AF-F6CDA6718E50}"/>
              </a:ext>
            </a:extLst>
          </p:cNvPr>
          <p:cNvSpPr txBox="1"/>
          <p:nvPr/>
        </p:nvSpPr>
        <p:spPr>
          <a:xfrm>
            <a:off x="2697868" y="2015465"/>
            <a:ext cx="1404085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Multiple users can edit the same document simultaneously without any delay using WebSocket technology.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installation needed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Works directly in any web browser on any device without downloading any software.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JWT token-based login ensures only authorized users can access and edit documents.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Feature-rich editor</a:t>
            </a:r>
            <a:r>
              <a:rPr lang="en-US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Includes find &amp; replace, dark mode, templates, export (TXT/HTML/MD), word goal tracker, and auto-save.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required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The system requires a continuous internet connection and does not support offline editing.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conflict resolution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No advanced merge logic if two users type at the exact same position at the same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server only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Currently runs on a local server and is not deployed to the cloud for public or remote access.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roles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All logged-in users can view and edit all documents; there is no admin, viewer, or editor role separation.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1456</Words>
  <Application>Microsoft Office PowerPoint</Application>
  <PresentationFormat>Custom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Wingdings</vt:lpstr>
      <vt:lpstr>Gotham Bold Italics</vt:lpstr>
      <vt:lpstr>Bookman Old Style</vt:lpstr>
      <vt:lpstr>Arial</vt:lpstr>
      <vt:lpstr>Calibri</vt:lpstr>
      <vt:lpstr>Times New Roman</vt:lpstr>
      <vt:lpstr>Cambria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BHAVESH</dc:creator>
  <cp:lastModifiedBy>BANDU BHAVESH</cp:lastModifiedBy>
  <cp:revision>13</cp:revision>
  <dcterms:created xsi:type="dcterms:W3CDTF">2006-08-16T00:00:00Z</dcterms:created>
  <dcterms:modified xsi:type="dcterms:W3CDTF">2026-03-23T14:13:55Z</dcterms:modified>
  <dc:identifier>DAHCaYqJ9OU</dc:identifier>
</cp:coreProperties>
</file>